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v16.4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the gap: the analysis layer is there; the PDE layer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propositions are types, proofs are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1.  A proposition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type</a:t>
            </a:r>
            <a:r>
              <a:rPr sz="1500" b="0">
                <a:solidFill>
                  <a:srgbClr val="888888"/>
                </a:solidFill>
                <a:latin typeface="Calibri"/>
              </a:rPr>
              <a:t>   (Prop is the bottom level of Lean's universe)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2.  A proof of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term</a:t>
            </a:r>
            <a:r>
              <a:rPr sz="1500" b="0">
                <a:solidFill>
                  <a:srgbClr val="888888"/>
                </a:solidFill>
                <a:latin typeface="Calibri"/>
              </a:rPr>
              <a:t>   of that type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3.  So </a:t>
            </a:r>
            <a:r>
              <a:rPr sz="1500" b="1">
                <a:solidFill>
                  <a:srgbClr val="7C3AED"/>
                </a:solidFill>
                <a:latin typeface="Consolas"/>
              </a:rPr>
              <a:t>P → Q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the function type</a:t>
            </a:r>
            <a:r>
              <a:rPr sz="1500" b="0">
                <a:solidFill>
                  <a:srgbClr val="333333"/>
                </a:solidFill>
                <a:latin typeface="Calibri"/>
              </a:rPr>
              <a:t>, and its proof is a </a:t>
            </a:r>
            <a:r>
              <a:rPr sz="1500" b="1">
                <a:solidFill>
                  <a:srgbClr val="7C3AED"/>
                </a:solidFill>
                <a:latin typeface="Calibri"/>
              </a:rPr>
              <a:t>function</a:t>
            </a:r>
            <a:r>
              <a:rPr sz="1500" b="0">
                <a:solidFill>
                  <a:srgbClr val="333333"/>
                </a:solidFill>
                <a:latin typeface="Calibri"/>
              </a:rPr>
              <a:t>: takes a proof of P, returns a proof of 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0881360" cy="1600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4243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63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  <a:latin typeface="Calibri"/>
              </a:rPr>
              <a:t>Notation: logic books write implication with one arrow (→). Type-theory texts also use a double arrow (</a:t>
            </a:r>
            <a:r>
              <a:rPr sz="1000" b="0">
                <a:solidFill>
                  <a:srgbClr val="888888"/>
                </a:solidFill>
                <a:latin typeface="Cambria Math"/>
              </a:rPr>
              <a:t>⇒</a:t>
            </a:r>
            <a:r>
              <a:rPr sz="1000" b="0">
                <a:solidFill>
                  <a:srgbClr val="888888"/>
                </a:solidFill>
                <a:latin typeface="Calibri"/>
              </a:rPr>
              <a:t>) to tell the two readings of A→B apart. Lean has only → — the function type and the implication are the same thing.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x, ∃ as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Every type is defined by four rules — formation, introduction, elimination, computation. Same four slots every time, different content: inductives use constructors and recursors (next slide); Empty has zero constructors, so no introduction rule at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def /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make a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the ONLY way to USE a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— the last one — tells you where Mathlib actually stands for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only knows three ways to form a type: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structure, class and abbrev are all inductive in disguise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Every type in Mathlib — Measure, Lp, Distribution, the Sobolev space — was built that way.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 lives in term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 lives in proof mode (by ...).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Mixing them up is common. Notice where each is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is the separator inside fun / match;  ← is the rewrite-direction marker;  ↔ (also written &lt;-&gt;) is Iff — a structure, so it is a type too; only → doubles as a function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already has Nat.zero_add;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we rename it to avoid a name collision.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two rewrites; the second closes it.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appears in no definition or theorem.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723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570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Laplacian.laplacian, InnerProductSpace.HarmonicAt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109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4982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Note: "Δ" is a scoped notation — open it first, or type the full name.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877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8094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7413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673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605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46903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120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"code hits" = definitions and theorems, not docstrings.</a:t>
            </a:r>
          </a:p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Stray hits: "curl" (an HTTP-tool docstring), "smoothing" (Akra–Bazzi notes).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v16.4. Audience: PDE people, computer-science beginners. Every code block compiled on Lean 4.35.0 + Mathlib. Speaker notes carry the per-slide time budget.</dc:description>
  <cp:lastModifiedBy>mavis</cp:lastModifiedBy>
  <cp:revision>10</cp:revision>
  <dcterms:created xsi:type="dcterms:W3CDTF">2026-10-29T00:00:00Z</dcterms:created>
  <dcterms:modified xsi:type="dcterms:W3CDTF">2026-10-29T00:00:00Z</dcterms:modified>
  <cp:category>teaching</cp:category>
</cp:coreProperties>
</file>