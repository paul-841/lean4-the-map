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v16.0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why P→Q is a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What IS a proof of P→Q? It is a method: give me a proof of P, I give you a proof of Q.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The four rules ARE the definition. Every type you meet — Nat, Sum, Sigma, Empty — works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lives inside fun / match.  ← and &lt;-&gt; are not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rewrite, rewrite,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was grepped for and got zero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7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InnerProductSpace.laplacian, 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3580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770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1830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38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v16.0. Audience: PDE people, computer-science beginners. Every code block compiled on Lean 4.35.0 + Mathlib. Speaker notes carry the per-slide time budget.</dc:description>
  <cp:lastModifiedBy>mavis</cp:lastModifiedBy>
  <cp:revision>6</cp:revision>
  <dcterms:created xsi:type="dcterms:W3CDTF">2026-10-29T00:00:00Z</dcterms:created>
  <dcterms:modified xsi:type="dcterms:W3CDTF">2026-10-29T00:00:00Z</dcterms:modified>
  <cp:category>teaching</cp:category>
</cp:coreProperties>
</file>